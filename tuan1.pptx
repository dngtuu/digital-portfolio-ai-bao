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8:09:0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1812 207 24575,'0'-2'0,"0"-1"0,-1 1 0,1-1 0,-1 1 0,0-1 0,0 1 0,0 0 0,0-1 0,0 1 0,-1 0 0,1 0 0,0 0 0,-1 0 0,0 0 0,1 0 0,-1 0 0,0 1 0,0-1 0,0 0 0,0 1 0,-3-2 0,0 0 0,-1 0 0,1 0 0,-1 1 0,0 0 0,0 0 0,0 0 0,-9-1 0,-56-2 0,44 4 0,-29-4 0,37 1 0,0-1 0,-18-8 0,-27-6 0,-54-18 0,85 25 0,-3-2 0,27 9 0,0 2 0,0-1 0,0 1 0,-1 0 0,1 1 0,-1 0 0,-10 0 0,-315 2 0,152 1 0,49-2 0,-140 3 0,270-2 0,0 0 0,0 0 0,0 0 0,0 1 0,0-1 0,0 1 0,1 0 0,-1 0 0,0 0 0,1 1 0,-1 0 0,1-1 0,-1 1 0,1 0 0,0 1 0,-1-1 0,1 0 0,0 1 0,1 0 0,-1 0 0,0 0 0,1 0 0,-3 5 0,-20 31 0,-3 4 0,3 0 0,-30 69 0,51-95 0,-1 1 0,2 0 0,1 0 0,0 0 0,1 0 0,1 0 0,3 27 0,-1 7 0,-2-49 0,0 1 0,0-1 0,0 1 0,0-1 0,1 1 0,0-1 0,0 1 0,0-1 0,0 1 0,2 3 0,-1-5 0,-1 0 0,1 0 0,0 0 0,0 0 0,0-1 0,0 1 0,0-1 0,0 1 0,1-1 0,-1 0 0,0 1 0,1-1 0,-1 0 0,5 1 0,41 11 0,70 11 0,11 1 0,-91-17 0,1-2 0,1-1 0,55-2 0,-11 0 0,652 7 0,-468-12 0,-158 3 0,116-2 0,-220 1 0,0 0 0,0-1 0,0 0 0,-1 0 0,1 0 0,9-4 0,-13 4 0,0 0 0,0 0 0,-1 0 0,1 0 0,-1 0 0,1 0 0,-1-1 0,1 1 0,-1 0 0,0-1 0,0 1 0,1-1 0,-1 0 0,0 1 0,0-1 0,-1 0 0,1 0 0,0 1 0,-1-1 0,1 0 0,-1 0 0,1 0 0,-1 0 0,0-2 0,1-50 0,-2 39 0,1-1 0,1 1 0,3-18 0,4-13 0,-1-1 0,-2 0 0,-2 0 0,-4-54 0,1 99 0,-1 1 0,1-1 0,0 0 0,-1 0 0,0 0 0,1 0 0,-1 0 0,0 0 0,0 0 0,0 1 0,0-1 0,0 0 0,0 1 0,0-1 0,-1 1 0,1-1 0,-1 1 0,1 0 0,-1 0 0,1-1 0,-1 1 0,0 0 0,0 0 0,-2-1 0,-5-1 0,0 0 0,-1 1 0,1 0 0,-11-1 0,-13-2 0,4-1-273,0 1 0,0 1 0,-1 2 0,-36 1 0,48 2-6553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8:09:16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1488 24575,'0'0'0,"0"0"0,-1 0 0,1 0 0,0 0 0,0 0 0,-1 0 0,1 0 0,0 0 0,0 0 0,0 0 0,-1 0 0,1-1 0,0 1 0,0 0 0,-1 0 0,1 0 0,0 0 0,0 0 0,0-1 0,0 1 0,-1 0 0,1 0 0,0 0 0,0 0 0,0-1 0,0 1 0,0 0 0,0 0 0,-1 0 0,1-1 0,0 1 0,0 0 0,0 0 0,0-1 0,0 1 0,0 0 0,0 0 0,0 0 0,0-1 0,0 1 0,0 0 0,0 0 0,0-1 0,0 1 0,0 0 0,0 0 0,1 0 0,-1-1 0,0 1 0,0 0 0,0 0 0,0 0 0,0-1 0,0 1 0,1 0 0,-1 0 0,0 0 0,0 0 0,0-1 0,0 1 0,1 0 0,-1 0 0,0 0 0,0 0 0,1 0 0,13-15 0,373-276 0,-353 267 0,113-86 0,159-107 0,-161 130 0,238-145 0,-125 71 0,101-65 0,-222 131-1365,-109 76-5461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8:09:17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1 24575,'-1'12'0,"0"0"0,0 0 0,-2-1 0,1 1 0,-8 19 0,-28 56 0,28-64 0,-29 65 0,-61 117 0,93-192 0,2-6 0,0 1 0,1 0 0,0 0 0,0 0 0,-3 12 0,7-18 0,-1-1 0,1 1 0,0 0 0,0 0 0,-1-1 0,1 1 0,1 0 0,-1 0 0,0 0 0,0-1 0,1 1 0,-1 0 0,1 0 0,-1-1 0,1 1 0,0 0 0,0-1 0,-1 1 0,1-1 0,0 1 0,0-1 0,1 0 0,-1 1 0,0-1 0,0 0 0,1 0 0,-1 0 0,1 0 0,-1 0 0,1 0 0,-1 0 0,3 1 0,80 39 0,1-4 0,167 49 0,-67-49 0,2 1 0,-135-26-1365,-33-9-5461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8:16:38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2565 297 24575,'-1'-1'0,"1"-1"0,0 1 0,-1 0 0,1-1 0,-1 1 0,1 0 0,-1-1 0,0 1 0,1 0 0,-1 0 0,0 0 0,0 0 0,0 0 0,0 0 0,0 0 0,0 0 0,0 0 0,0 0 0,0 0 0,-1 1 0,1-1 0,0 1 0,-1-1 0,1 1 0,0-1 0,-1 1 0,-1-1 0,-38-6 0,15 4 0,1-2 0,0-1 0,-43-15 0,7 1 0,-144-41 0,-229-61 0,393 113 0,-1 3 0,-74-4 0,-83 13 0,63 1 0,133-4 0,-152 4 0,123-1 0,-1 2 0,-54 14 0,-147 61 0,197-64 0,0 2 0,1 2 0,2 1 0,-35 28 0,16-8 0,-52 56 0,85-76 0,1 1 0,1 1 0,1 0 0,1 1 0,-16 34 0,17-23 0,1 0 0,2 1 0,2 0 0,1 1 0,2 0 0,1 0 0,2 1 0,2 0 0,1-1 0,2 1 0,6 43 0,-3-62 0,0 0 0,1-1 0,1 1 0,0-1 0,2 0 0,0-1 0,1 1 0,1-2 0,0 1 0,2-1 0,-1-1 0,2 0 0,0-1 0,24 21 0,1-6 0,0 0 0,2-3 0,0-1 0,85 37 0,170 51 3,10-20-422,-248-77 225,1053 262 72,-1091-275 139,-1 1 1,1 1-1,-1 1 0,0 1 1,0 0-1,29 17 1,-10-1 310,52 22-1,-71-38-334,0 0-1,0-1 1,0-1-1,1-1 1,29 3-1,233-6 8,-159-4 0,19 4 0,162-7 0,-293 6 0,0-1 0,0-1 0,0 0 0,1 0 0,-2-1 0,1 0 0,14-8 0,-18 8 0,-1 0 0,0-1 0,0 0 0,-1 0 0,1 0 0,-1 0 0,0-1 0,0 0 0,0 0 0,0 0 0,-1 0 0,0 0 0,4-11 0,14-41 0,-3 0 0,17-101 0,-15 65 0,-12 54 0,41-196 0,-39 174 0,3-117 0,-15 152 0,0 0 0,-2 0 0,-1 0 0,0 0 0,-2 1 0,-19-46 0,19 56 0,-1 1 0,1 0 0,-2 0 0,0 1 0,-1 0 0,0 0 0,-15-13 0,4 8 0,0 0 0,-2 1 0,-32-18 0,-11-5 0,2 0 0,-118-53 0,133 73 0,-92-41 0,93 42 0,35 15 0,-1-2 0,-15-7 0,-6-7 0,1 0 0,-1 1 0,0 2 0,-48-16 0,66 30-22,1 0 0,-1 2 0,1-1 0,-1 2 0,-21 2 0,3-1-1211,4 0-5593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8:16:40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24575,'-1'1'0,"0"0"0,1 0 0,-1 0 0,0 0 0,1 0 0,-1 0 0,1 1 0,-1-1 0,1 0 0,-1 0 0,1 0 0,0 0 0,0 1 0,0-1 0,-1 0 0,1 0 0,0 1 0,0-1 0,1 0 0,-1 0 0,0 0 0,0 1 0,1-1 0,-1 0 0,0 0 0,1 0 0,-1 0 0,1 0 0,0 0 0,-1 1 0,1-1 0,0-1 0,-1 1 0,2 1 0,3 3 0,-1 0 0,1-1 0,-1 1 0,1-1 0,10 6 0,12 4 0,0 0 0,1-2 0,34 10 0,-52-19 0,752 222-1976,-569-172 1741,911 224-1072,-1031-260 1208,229 61-646,-273-68-3084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8:16:43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1 24575,'0'0'0,"1"1"0,0-1 0,0 1 0,0-1 0,0 1 0,-1 0 0,1-1 0,0 1 0,-1 0 0,1 0 0,-1 0 0,1-1 0,-1 1 0,1 0 0,-1 0 0,1 0 0,-1 0 0,1 1 0,1 3 0,5 7 0,2 1 0,0-1 0,17 18 0,13 17 0,-9 1 0,24 52 0,24 38 0,-46-94 0,-18-25 0,0 1 0,-1 0 0,16 34 0,-26-48 0,-1 0 0,0 0 0,0 0 0,-1 0 0,1 0 0,-1 1 0,-1-1 0,1 0 0,-1 0 0,0 1 0,-1-1 0,1 0 0,-1 1 0,0-1 0,-1 0 0,0 0 0,0 0 0,-3 8 0,-1-4 0,-1 1 0,0-1 0,0 0 0,-1-1 0,0 0 0,-18 16 0,-65 44 0,62-49 0,-106 71 5,62-43-690,-100 83 0,141-100-6141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8:46:41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1167 109 24575,'-4'-1'0,"-1"0"0,1 0 0,0 0 0,0-1 0,0 1 0,0-1 0,0 0 0,-4-2 0,-17-8 0,14 10 0,-1-1 0,1 2 0,-20-1 0,21 2 0,-1-1 0,1 0 0,0 0 0,1-1 0,-12-4 0,7 1 0,-1 0 0,0 0 0,0 1 0,-1 1 0,1 1 0,-1 0 0,1 1 0,-1 1 0,-19 2 0,-135 27 0,9-1 0,-127-15 0,172-10 0,114-3 0,-1-1 0,1 2 0,-1-1 0,1 0 0,0 0 0,-1 1 0,1-1 0,0 1 0,0 0 0,-1 0 0,1 0 0,0 0 0,0 0 0,0 0 0,0 1 0,0-1 0,0 1 0,-2 2 0,2-1 0,0 0 0,1 0 0,-1 0 0,1 0 0,0 0 0,0 0 0,0 1 0,1-1 0,-1 0 0,1 1 0,-1-1 0,1 6 0,0 9 0,0 0 0,2 1 0,0-1 0,1 0 0,0 0 0,11 29 0,-5-23 0,1-2 0,2 1 0,0-1 0,21 27 0,10 9 0,92 94 0,-115-133 0,0-2 0,2 0 0,0-1 0,1-2 0,34 18 0,130 45 0,-171-72 0,0 0 0,0-1 0,1-1 0,28 2 0,70-5 0,-66-1 0,1023-1 0,-971-1 0,144-24 0,-239 26 0,0 0 0,0 0 0,-1 0 0,1-1 0,-1 0 0,11-5 0,-13 5 0,-1 0 0,1 0 0,0 0 0,-1-1 0,1 1 0,-1-1 0,0 1 0,0-1 0,0 0 0,0 0 0,0 0 0,2-6 0,1-3 0,2 1 0,12-19 0,-13 23 0,0-2 0,-1 1 0,0 0 0,-1-1 0,0 0 0,4-12 0,-5 6 0,0 1 0,-2-1 0,1 0 0,-2 1 0,0-1 0,-1 0 0,0 1 0,-1-1 0,-1 1 0,0-1 0,-1 1 0,-1 0 0,0 0 0,-1 1 0,-9-18 0,-66-112 0,67 123 0,0 0 0,-1 1 0,-1 1 0,-33-30 0,34 37 0,-1 1 0,0 0 0,-23-9 0,-13-9 0,44 23 0,-2 0 0,1 1 0,0 0 0,-1 0 0,0 1 0,0 0 0,-13-1 0,-1 1 0,1 2 0,-25 1 0,-426 3 0,302-4 0,151 0 0,0-1 0,0-1 0,1-1 0,-1 0 0,-35-15 0,30 11 0,4 3-24,-2 1 0,1 1 0,0 1 0,0 1 0,-43 4 1,14-2-1199,22 0-5604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D699-3B95-B314-D0AC-B94A4E387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D58B9-BCFA-979F-3F92-4CE47F8FC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26373-A419-4518-3F09-84F4E515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66C88-A76F-84F2-0CBA-13C9BE8E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109C2-F93C-D7F4-CF7A-B9A85CE5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6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C0A5-E2D6-F49C-FF6E-23D5A7C0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07DA7-BFCF-7B73-F558-6A3C9D708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86CD4-B45C-6356-4E2C-7D7FAB31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25CB5-E509-B5BA-AC9C-49F3DE99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0023B-EA0B-4C1E-0DC9-7BA346EA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1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4B9-AFE6-3BCE-19EB-95A927BE2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165E0-1E87-3BC5-A7E8-0284170D5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FCFCF-DBF2-159B-3572-8371A8D8D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A28C3-F8CD-CD29-14A5-1D077236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B7758-8639-27A6-DC1D-AD5CA8C0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3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65C4-9404-ABD7-B60E-09B01184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361F-F576-DCC0-EF09-04F0223D4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C9E35-4108-B3B9-2D61-FFE30619B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35461-5383-F270-A764-4C7829067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AE9E5-4AA6-D206-428E-25BF5E8FD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71EF6-496B-8D9D-44BE-5F77B131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2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3A4D-1108-8CD2-9365-498B1C07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D26CA-D40F-04B7-E408-B2B74E930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7E869-D350-80F1-FB7E-623718ECA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8D0CA-CEA9-B2CE-C229-86DC79F02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C2996-051F-5C08-3643-9DA5F5399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62723-98BF-0685-6E96-457397C5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ED052-EBF1-8C8B-0D87-84BE864D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4C843-84BD-8EBB-48AE-1316EA55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6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1FAD-E664-D215-939C-67DCDF37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3D531-38C6-44A7-1F31-FB84DFF4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DD220-7233-5475-7565-1E8D4ADF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504EC-F6A7-597D-7D4E-039B53B0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7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08459-5EBF-A8AC-A8DE-56A20F36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69855-0DC1-976A-1340-07981A63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F24FB-0CCD-B13D-F8C5-56B02FD2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6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361A6-96CE-67A5-5D9D-2C41E7DE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2746A-8254-0262-D934-313BD508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E99ED-2B1C-9724-77E3-C5B3DD280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E70B2-B1AF-2820-DE7D-212547EE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D0660-5C21-5D7F-68D4-AAF4FC57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8DC33-6AD0-EE91-91F0-D58989AE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7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C8DA-6E0B-0FB6-AEBE-9AE8A0F3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9D635-052B-E818-EA21-7FDB3EC8D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A1B3D-083B-CB11-2637-B67FBAB4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B17E3-CBED-65EB-B0E3-644A65EC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AD623-DD84-AB8A-48E0-1CE1FEA1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5949C-6DB1-8EAB-0956-CAD95415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7127-13F1-76A2-F1F3-F3F8B46F2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2D3D9-021C-DB04-358B-0D0767D40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B2D6E-2899-DF1F-81F3-A1088349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EE511-3BC1-7932-F059-104CDBEE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7136-4C4F-1DFA-076A-CE3B1EE7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0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FE7E4-BE5A-42C6-AFBA-2A078BA52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FCD74-F9EF-2BE2-8856-A16AB6854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9C9E4-7DEB-67EE-408F-966C0D99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87F72-5123-BE24-1EB1-14946804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9AB90-DA5B-642D-6368-AF0FC969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2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9EFB66-43B3-681C-058B-6366DCB3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1DD82-ACF2-7E25-2926-FD37A33D9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2FC81-2954-0AD5-30FC-78427FA69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68CB2-0E39-40E2-A8BA-AE572AC7B04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89302-40DF-855C-82DF-23A002092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CA978-5BE7-F974-6A45-B996BE1EE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D00A1-C8C2-4293-94F1-6C3930E82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2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5143E8-1E45-3A73-F592-4B7D44F27715}"/>
              </a:ext>
            </a:extLst>
          </p:cNvPr>
          <p:cNvSpPr txBox="1"/>
          <p:nvPr/>
        </p:nvSpPr>
        <p:spPr>
          <a:xfrm>
            <a:off x="438150" y="1865622"/>
            <a:ext cx="110934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Hoàng Đình Bảo </a:t>
            </a:r>
          </a:p>
          <a:p>
            <a:pPr algn="ctr"/>
            <a:r>
              <a:rPr lang="en-US" sz="4000" b="1" dirty="0" err="1">
                <a:solidFill>
                  <a:srgbClr val="FF0000"/>
                </a:solidFill>
              </a:rPr>
              <a:t>Mã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sinh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viên</a:t>
            </a:r>
            <a:r>
              <a:rPr lang="en-US" sz="4000" b="1" dirty="0">
                <a:solidFill>
                  <a:srgbClr val="FF0000"/>
                </a:solidFill>
              </a:rPr>
              <a:t>: 25020477 E-CE5-K70-UET</a:t>
            </a:r>
          </a:p>
        </p:txBody>
      </p:sp>
    </p:spTree>
    <p:extLst>
      <p:ext uri="{BB962C8B-B14F-4D97-AF65-F5344CB8AC3E}">
        <p14:creationId xmlns:p14="http://schemas.microsoft.com/office/powerpoint/2010/main" val="74867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55AE64-408B-61A7-006C-24CF8C736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694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E15977-20F9-A311-A276-C7755E6608AD}"/>
              </a:ext>
            </a:extLst>
          </p:cNvPr>
          <p:cNvSpPr txBox="1"/>
          <p:nvPr/>
        </p:nvSpPr>
        <p:spPr>
          <a:xfrm>
            <a:off x="2503860" y="2559092"/>
            <a:ext cx="10119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Tổ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hợp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phím</a:t>
            </a:r>
            <a:r>
              <a:rPr lang="en-US" sz="3200" b="1" dirty="0">
                <a:solidFill>
                  <a:srgbClr val="FF0000"/>
                </a:solidFill>
              </a:rPr>
              <a:t> Window + E </a:t>
            </a:r>
            <a:r>
              <a:rPr lang="en-US" sz="3200" b="1" dirty="0" err="1">
                <a:solidFill>
                  <a:srgbClr val="FF0000"/>
                </a:solidFill>
              </a:rPr>
              <a:t>để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mở</a:t>
            </a:r>
            <a:r>
              <a:rPr lang="en-US" sz="3200" b="1" dirty="0">
                <a:solidFill>
                  <a:srgbClr val="FF0000"/>
                </a:solidFill>
              </a:rPr>
              <a:t> File explorer</a:t>
            </a:r>
          </a:p>
        </p:txBody>
      </p:sp>
    </p:spTree>
    <p:extLst>
      <p:ext uri="{BB962C8B-B14F-4D97-AF65-F5344CB8AC3E}">
        <p14:creationId xmlns:p14="http://schemas.microsoft.com/office/powerpoint/2010/main" val="399795243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2F34-EE5C-DFC1-99C3-0F8D30F4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24E32-32B2-AEC9-8DFE-0B74B555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B4A2B-F4C4-BC3D-5B8C-1FEC1D47C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5CC069D-9343-4A44-64E4-D8DB87E1A904}"/>
                  </a:ext>
                </a:extLst>
              </p14:cNvPr>
              <p14:cNvContentPartPr/>
              <p14:nvPr/>
            </p14:nvContentPartPr>
            <p14:xfrm>
              <a:off x="133007" y="2091622"/>
              <a:ext cx="750960" cy="240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5CC069D-9343-4A44-64E4-D8DB87E1A9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887" y="2085502"/>
                <a:ext cx="76320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614FDFF-398A-1E76-CBC1-433B2ECB4660}"/>
              </a:ext>
            </a:extLst>
          </p:cNvPr>
          <p:cNvGrpSpPr/>
          <p:nvPr/>
        </p:nvGrpSpPr>
        <p:grpSpPr>
          <a:xfrm>
            <a:off x="869207" y="1624702"/>
            <a:ext cx="793080" cy="633600"/>
            <a:chOff x="869207" y="1624702"/>
            <a:chExt cx="793080" cy="63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7BCFDE-CC8A-749E-4112-28119E54D7AD}"/>
                    </a:ext>
                  </a:extLst>
                </p14:cNvPr>
                <p14:cNvContentPartPr/>
                <p14:nvPr/>
              </p14:nvContentPartPr>
              <p14:xfrm>
                <a:off x="869207" y="1624702"/>
                <a:ext cx="793080" cy="535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7BCFDE-CC8A-749E-4112-28119E54D7A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3087" y="1618582"/>
                  <a:ext cx="80532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7BF929-5AA5-92C0-429C-46A70692B9A0}"/>
                    </a:ext>
                  </a:extLst>
                </p14:cNvPr>
                <p14:cNvContentPartPr/>
                <p14:nvPr/>
              </p14:nvContentPartPr>
              <p14:xfrm>
                <a:off x="888287" y="1945102"/>
                <a:ext cx="321120" cy="31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7BF929-5AA5-92C0-429C-46A70692B9A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2167" y="1938982"/>
                  <a:ext cx="333360" cy="325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F6C476C-04F5-C97F-8A4E-455ED2B3113D}"/>
              </a:ext>
            </a:extLst>
          </p:cNvPr>
          <p:cNvSpPr txBox="1"/>
          <p:nvPr/>
        </p:nvSpPr>
        <p:spPr>
          <a:xfrm>
            <a:off x="2197015" y="1231002"/>
            <a:ext cx="3694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Nhấp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vào</a:t>
            </a:r>
            <a:r>
              <a:rPr lang="en-US" sz="2800" b="1" dirty="0">
                <a:solidFill>
                  <a:srgbClr val="FF0000"/>
                </a:solidFill>
              </a:rPr>
              <a:t> documents</a:t>
            </a:r>
          </a:p>
        </p:txBody>
      </p:sp>
    </p:spTree>
    <p:extLst>
      <p:ext uri="{BB962C8B-B14F-4D97-AF65-F5344CB8AC3E}">
        <p14:creationId xmlns:p14="http://schemas.microsoft.com/office/powerpoint/2010/main" val="350686993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1814-B169-F1B2-EBBE-36A8BB90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ABC824-4265-1122-8783-75DDE1EC0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474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07DBD1-88AE-F510-5E00-FE93877F8BD7}"/>
              </a:ext>
            </a:extLst>
          </p:cNvPr>
          <p:cNvSpPr txBox="1"/>
          <p:nvPr/>
        </p:nvSpPr>
        <p:spPr>
          <a:xfrm>
            <a:off x="6186008" y="2687967"/>
            <a:ext cx="337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chuột phải, new + folder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322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A00A-F5B8-A3C4-BB32-AEE708FC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27941-DE66-6BC5-5A88-69FF43463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DC8717-C6E0-D61E-E7FD-844A6B727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C883F9C-AAE6-5C37-767B-E719BA76F363}"/>
              </a:ext>
            </a:extLst>
          </p:cNvPr>
          <p:cNvGrpSpPr/>
          <p:nvPr/>
        </p:nvGrpSpPr>
        <p:grpSpPr>
          <a:xfrm>
            <a:off x="936167" y="4894582"/>
            <a:ext cx="2380320" cy="990720"/>
            <a:chOff x="936167" y="4894582"/>
            <a:chExt cx="2380320" cy="9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8F17DB-B78A-531F-3F13-833183902C6B}"/>
                    </a:ext>
                  </a:extLst>
                </p14:cNvPr>
                <p14:cNvContentPartPr/>
                <p14:nvPr/>
              </p14:nvContentPartPr>
              <p14:xfrm>
                <a:off x="936167" y="4894582"/>
                <a:ext cx="1372680" cy="771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8F17DB-B78A-531F-3F13-833183902C6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0047" y="4888462"/>
                  <a:ext cx="138492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49E642-F917-496D-B251-742E191BECF6}"/>
                    </a:ext>
                  </a:extLst>
                </p14:cNvPr>
                <p14:cNvContentPartPr/>
                <p14:nvPr/>
              </p14:nvContentPartPr>
              <p14:xfrm>
                <a:off x="2341247" y="5369782"/>
                <a:ext cx="959040" cy="287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49E642-F917-496D-B251-742E191BEC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35127" y="5363662"/>
                  <a:ext cx="9712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5E1286C-4175-2BFB-97E2-30A4E99C868C}"/>
                    </a:ext>
                  </a:extLst>
                </p14:cNvPr>
                <p14:cNvContentPartPr/>
                <p14:nvPr/>
              </p14:nvContentPartPr>
              <p14:xfrm>
                <a:off x="3094367" y="5461582"/>
                <a:ext cx="222120" cy="423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5E1286C-4175-2BFB-97E2-30A4E99C86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8247" y="5455462"/>
                  <a:ext cx="234360" cy="435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6DAB59-D5BF-891C-A476-C47B2B6BBA38}"/>
              </a:ext>
            </a:extLst>
          </p:cNvPr>
          <p:cNvSpPr txBox="1"/>
          <p:nvPr/>
        </p:nvSpPr>
        <p:spPr>
          <a:xfrm>
            <a:off x="3620779" y="5461582"/>
            <a:ext cx="3700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Đặt tên cho file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nhấn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vào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mục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64049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ABDB-ED2D-C271-3806-5A25DA8F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04A0-AE02-F22F-6E0E-442D475B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A47F4-8939-A42E-EF5C-66353B31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F986F-AABE-32C8-254C-F425C079AB49}"/>
              </a:ext>
            </a:extLst>
          </p:cNvPr>
          <p:cNvSpPr txBox="1"/>
          <p:nvPr/>
        </p:nvSpPr>
        <p:spPr>
          <a:xfrm>
            <a:off x="6738330" y="3890804"/>
            <a:ext cx="484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Click </a:t>
            </a:r>
            <a:r>
              <a:rPr lang="vi-VN" dirty="0">
                <a:solidFill>
                  <a:srgbClr val="FF0000"/>
                </a:solidFill>
              </a:rPr>
              <a:t>chuột phải,chọn new + Text Document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0570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4208-66CA-7DD7-BC8D-526B92C7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55541-DC6F-8728-685F-649484F0F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F134A-6001-09CA-8CC5-97D4E9BB2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13" y="0"/>
            <a:ext cx="1097537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22FA60-AC98-AF4C-12C6-E7DD9F04E0C2}"/>
              </a:ext>
            </a:extLst>
          </p:cNvPr>
          <p:cNvSpPr txBox="1"/>
          <p:nvPr/>
        </p:nvSpPr>
        <p:spPr>
          <a:xfrm>
            <a:off x="3224596" y="1456293"/>
            <a:ext cx="3155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Đặt tên cho file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06932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B3BB-42FC-5EAD-DF38-58C81E08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9B661-FD44-CFC9-DDD3-A8F4C4EB8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AE752-496A-CFA8-B713-E1134BDDD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E1A01-7909-3030-AE85-F21B4B9C3895}"/>
              </a:ext>
            </a:extLst>
          </p:cNvPr>
          <p:cNvSpPr txBox="1"/>
          <p:nvPr/>
        </p:nvSpPr>
        <p:spPr>
          <a:xfrm>
            <a:off x="4497049" y="1690688"/>
            <a:ext cx="451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Đổi tên cho file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6665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43B32-D4B3-5B42-3941-0D84D555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85E0D-35C8-E5E4-1BB4-F310BC470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971BE-90C9-744D-4839-2A0EFB66F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0" y="0"/>
            <a:ext cx="1213204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62A379-D5A4-5130-18B9-91FF243B3889}"/>
              </a:ext>
            </a:extLst>
          </p:cNvPr>
          <p:cNvSpPr txBox="1"/>
          <p:nvPr/>
        </p:nvSpPr>
        <p:spPr>
          <a:xfrm>
            <a:off x="2271010" y="1986197"/>
            <a:ext cx="5299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Đổi tên file thành GhiChuQuanTrong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80083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100E-D1A8-0ECD-BA35-6EE67952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9871-F9C8-FC16-A5A2-0CA182899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45879-A8B6-B028-D084-64BE4B685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32C303-00F8-A7BE-36F6-E8FF8131DA46}"/>
              </a:ext>
            </a:extLst>
          </p:cNvPr>
          <p:cNvSpPr txBox="1"/>
          <p:nvPr/>
        </p:nvSpPr>
        <p:spPr>
          <a:xfrm>
            <a:off x="6095999" y="2538031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Tạo thư mục con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30207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D7F4-3146-87D7-DD60-B408CC4B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8965-D368-3C48-CB7B-6D6D60327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C9D39-3C74-3D37-F3E3-DD1C57B1F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B578E9-1412-789B-1D28-86B37B3A10AD}"/>
              </a:ext>
            </a:extLst>
          </p:cNvPr>
          <p:cNvSpPr txBox="1"/>
          <p:nvPr/>
        </p:nvSpPr>
        <p:spPr>
          <a:xfrm>
            <a:off x="3016804" y="1602641"/>
            <a:ext cx="615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Đặt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tên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là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TaiLieu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4646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DD9A-E695-C300-42B7-94BD728F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23E5-4E20-2363-B080-43AB97489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DBB17-BC0D-7322-56F7-63532A7D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90" y="0"/>
            <a:ext cx="1156561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DEDBF1-5DBB-B780-C891-488F79D81724}"/>
              </a:ext>
            </a:extLst>
          </p:cNvPr>
          <p:cNvSpPr txBox="1"/>
          <p:nvPr/>
        </p:nvSpPr>
        <p:spPr>
          <a:xfrm>
            <a:off x="5448925" y="2256020"/>
            <a:ext cx="384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Copy tệp GhiChuQuanTrong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0903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6F07-3D5B-E7DA-3C83-00334FD2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F6973-1B91-7474-7DF8-11E5BA1C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322D9-9D11-CC16-187D-073ABFFF9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44267B-E83E-5512-87C8-05D0ADF9DA3A}"/>
              </a:ext>
            </a:extLst>
          </p:cNvPr>
          <p:cNvSpPr txBox="1"/>
          <p:nvPr/>
        </p:nvSpPr>
        <p:spPr>
          <a:xfrm>
            <a:off x="4488305" y="1871147"/>
            <a:ext cx="3215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Paste vào mục tài liệu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58050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8224-62DE-501A-8A8F-CFC3CF5DB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A425F-01BC-25F6-06F6-519366E80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3E725-CB53-0E56-BCEC-D5E14D10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66D68F-B392-3F93-995E-5EECA7ABD098}"/>
              </a:ext>
            </a:extLst>
          </p:cNvPr>
          <p:cNvSpPr txBox="1"/>
          <p:nvPr/>
        </p:nvSpPr>
        <p:spPr>
          <a:xfrm>
            <a:off x="5448925" y="1978702"/>
            <a:ext cx="4901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Tạo 1 tệp mới, đặt tên là Dichuyen.txt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38433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24C3-6FB5-ED17-3DEF-7BF8B36D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AB01-2C53-E4BE-535C-E4C9C1C55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D96AD-CDCC-D80A-9A78-BDD30FB6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A71AE9-4138-B4EF-B935-0E101820EFDB}"/>
              </a:ext>
            </a:extLst>
          </p:cNvPr>
          <p:cNvSpPr txBox="1"/>
          <p:nvPr/>
        </p:nvSpPr>
        <p:spPr>
          <a:xfrm>
            <a:off x="4574817" y="2055813"/>
            <a:ext cx="253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Chuột phải, chọn Cut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42107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90511C-2420-67A1-6ED3-10F1496D1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9A0645-404F-7DF1-6307-BC239F6EA1B3}"/>
              </a:ext>
            </a:extLst>
          </p:cNvPr>
          <p:cNvSpPr txBox="1"/>
          <p:nvPr/>
        </p:nvSpPr>
        <p:spPr>
          <a:xfrm>
            <a:off x="4019677" y="1768839"/>
            <a:ext cx="4259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Vào mục TaiLieu, chuột phải và paste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54093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CFD9-998D-B94D-6B20-75B49C93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048A9-33A5-D722-DB5B-72A913902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25980-C100-EAA7-3A82-FE516075B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E88ACD-FED7-4737-22AE-0FA787EC8B0B}"/>
              </a:ext>
            </a:extLst>
          </p:cNvPr>
          <p:cNvSpPr txBox="1"/>
          <p:nvPr/>
        </p:nvSpPr>
        <p:spPr>
          <a:xfrm>
            <a:off x="5546361" y="1596452"/>
            <a:ext cx="3953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rgbClr val="FF0000"/>
                </a:solidFill>
              </a:rPr>
              <a:t>Xoá tệp GhiChuQuanTrong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28243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23CD-CA98-E6CE-1AE4-7BC644B7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0783B-F823-9B52-8B02-3B85DD695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98EE23-DD5F-6041-5232-7D77A554D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9706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9ABBA6-B8FF-11E0-2DA8-29019CA240A5}"/>
              </a:ext>
            </a:extLst>
          </p:cNvPr>
          <p:cNvSpPr txBox="1"/>
          <p:nvPr/>
        </p:nvSpPr>
        <p:spPr>
          <a:xfrm>
            <a:off x="7697449" y="1461541"/>
            <a:ext cx="302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Shift + delete , để xoá vĩnh viễn tệp Dichuyen.txt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5066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6BE7-58F9-F37F-F423-009FA701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AC1C-477C-45C2-7E49-36B440B2D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A23A4-5AAC-D992-3C05-B406541D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8D3DA17-E1CC-23BE-ACF8-0020C25E858F}"/>
                  </a:ext>
                </a:extLst>
              </p14:cNvPr>
              <p14:cNvContentPartPr/>
              <p14:nvPr/>
            </p14:nvContentPartPr>
            <p14:xfrm>
              <a:off x="4434287" y="1949422"/>
              <a:ext cx="893520" cy="322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8D3DA17-E1CC-23BE-ACF8-0020C25E85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8167" y="1943302"/>
                <a:ext cx="905760" cy="3344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15278E9-5859-2523-14D6-E5541F312DDF}"/>
              </a:ext>
            </a:extLst>
          </p:cNvPr>
          <p:cNvSpPr txBox="1"/>
          <p:nvPr/>
        </p:nvSpPr>
        <p:spPr>
          <a:xfrm>
            <a:off x="6627571" y="1690688"/>
            <a:ext cx="5479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Vào Recyle Bin để khôi phục tệp GhiChuQuanTrong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26515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124</Words>
  <Application>Microsoft Office PowerPoint</Application>
  <PresentationFormat>Widescreen</PresentationFormat>
  <Paragraphs>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Hoàng Đình Nguyên 25020722</dc:creator>
  <cp:lastModifiedBy>Hoàng Đình Nguyên 25020722</cp:lastModifiedBy>
  <cp:revision>2</cp:revision>
  <dcterms:created xsi:type="dcterms:W3CDTF">2026-03-07T08:00:25Z</dcterms:created>
  <dcterms:modified xsi:type="dcterms:W3CDTF">2026-03-07T12:47:51Z</dcterms:modified>
</cp:coreProperties>
</file>